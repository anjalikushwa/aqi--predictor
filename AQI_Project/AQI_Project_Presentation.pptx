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slide_bg_1778731477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6000" b="1">
                <a:solidFill>
                  <a:srgbClr val="FFFFFF"/>
                </a:solidFill>
              </a:defRPr>
            </a:pPr>
            <a:r>
              <a:t>AQI Predictor Pro</a:t>
            </a:r>
          </a:p>
          <a:p>
            <a:pPr>
              <a:defRPr sz="2800">
                <a:solidFill>
                  <a:srgbClr val="C8FFC8"/>
                </a:solidFill>
              </a:defRPr>
            </a:pPr>
            <a:r>
              <a:t>Empowering Citizens with Actionable Air Quality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Silent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Millions are affected by air pollution, yet environmental data remains difficult to understand.</a:t>
            </a:r>
          </a:p>
          <a:p>
            <a:pPr/>
            <a:r>
              <a:t>Technical metrics (PM2.5, NO2, AQI numbers) fail to answer basic human questions: 'Is it safe to go outside today?'</a:t>
            </a:r>
          </a:p>
          <a:p>
            <a:pPr/>
            <a:r>
              <a:t>Existing platforms are built for scientists, not for everyday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AQI Predictor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Bridges the gap between raw scientific data and everyday health.</a:t>
            </a:r>
          </a:p>
          <a:p>
            <a:pPr/>
            <a:r>
              <a:t>Uses Machine Learning to predict accurate Air Quality Index (AQI) based on 6 key pollutants.</a:t>
            </a:r>
          </a:p>
        </p:txBody>
      </p:sp>
      <p:pic>
        <p:nvPicPr>
          <p:cNvPr id="4" name="Picture 3" descr="ml_concept_1778731698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the Impact</a:t>
            </a:r>
          </a:p>
        </p:txBody>
      </p:sp>
      <p:pic>
        <p:nvPicPr>
          <p:cNvPr id="3" name="Picture 2" descr="dashboard_mockup_1778731722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ML-Powered Prediction: Evaluates PM2.5, PM10, NO2, SO2, CO, and O3.</a:t>
            </a:r>
          </a:p>
          <a:p>
            <a:pPr/>
            <a:r>
              <a:t>Plain-Language Advisory: Symptom trackers and time-of-day guidance.</a:t>
            </a:r>
          </a:p>
          <a:p>
            <a:pPr/>
            <a:r>
              <a:t>Group-Specific Alerts: Tailored advice for children, elderly, and asthma patients.</a:t>
            </a:r>
          </a:p>
          <a:p>
            <a:pPr/>
            <a:r>
              <a:t>City Heat Sink Map: Mapping of temperature, humidity, and pollution hotspots.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Frontend/UI: Streamlit (Python)</a:t>
            </a:r>
          </a:p>
          <a:p>
            <a:pPr/>
            <a:r>
              <a:t>Machine Learning: Scikit-Learn</a:t>
            </a:r>
          </a:p>
          <a:p>
            <a:pPr/>
            <a:r>
              <a:t>Data Visualization: Plotly Graph Objects</a:t>
            </a:r>
          </a:p>
          <a:p>
            <a:pPr/>
            <a:r>
              <a:t>Styling: Custom CSS for a premium feel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